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6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9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0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4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20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7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6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6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1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73FA-6E56-44BE-AC3D-199B44B98CB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B0660-E36E-49E0-AEBC-2DBF866FF4E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6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239912"/>
          </a:xfrm>
        </p:spPr>
        <p:txBody>
          <a:bodyPr/>
          <a:lstStyle/>
          <a:p>
            <a:r>
              <a:rPr lang="fr-FR" dirty="0" smtClean="0"/>
              <a:t>Séminaire du CIRED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3600" dirty="0" smtClean="0"/>
              <a:t>Bilan, impressions, suggestions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8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Stats</a:t>
            </a:r>
            <a:r>
              <a:rPr lang="fr-FR" dirty="0" smtClean="0"/>
              <a:t> du millésime 2025-2026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9 internes (incl. 6 permanent), 28 externes</a:t>
            </a:r>
          </a:p>
          <a:p>
            <a:r>
              <a:rPr lang="fr-FR" dirty="0" smtClean="0"/>
              <a:t>17 femmes, 21 hommes</a:t>
            </a:r>
          </a:p>
          <a:p>
            <a:r>
              <a:rPr lang="fr-FR" dirty="0" smtClean="0"/>
              <a:t>11 junior, 26 senior</a:t>
            </a:r>
          </a:p>
          <a:p>
            <a:r>
              <a:rPr lang="fr-FR" dirty="0" smtClean="0"/>
              <a:t>20 </a:t>
            </a:r>
            <a:r>
              <a:rPr lang="fr-FR" dirty="0" err="1" smtClean="0"/>
              <a:t>from</a:t>
            </a:r>
            <a:r>
              <a:rPr lang="fr-FR" dirty="0" smtClean="0"/>
              <a:t> French institution, 17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abroad</a:t>
            </a:r>
            <a:endParaRPr lang="fr-FR" dirty="0" smtClean="0"/>
          </a:p>
          <a:p>
            <a:r>
              <a:rPr lang="fr-FR" dirty="0" smtClean="0"/>
              <a:t>3 in French, 34 in English</a:t>
            </a:r>
          </a:p>
          <a:p>
            <a:r>
              <a:rPr lang="fr-FR" dirty="0" smtClean="0"/>
              <a:t>28 </a:t>
            </a:r>
            <a:r>
              <a:rPr lang="fr-FR" dirty="0" err="1" smtClean="0"/>
              <a:t>economics</a:t>
            </a:r>
            <a:r>
              <a:rPr lang="fr-FR" dirty="0" smtClean="0"/>
              <a:t>, 3 </a:t>
            </a:r>
            <a:r>
              <a:rPr lang="fr-FR" dirty="0" err="1" smtClean="0"/>
              <a:t>philosophy</a:t>
            </a:r>
            <a:r>
              <a:rPr lang="fr-FR" dirty="0" smtClean="0"/>
              <a:t>, 3 </a:t>
            </a:r>
            <a:r>
              <a:rPr lang="fr-FR" dirty="0" err="1" smtClean="0"/>
              <a:t>history</a:t>
            </a:r>
            <a:r>
              <a:rPr lang="fr-FR" dirty="0" smtClean="0"/>
              <a:t>, 2 </a:t>
            </a:r>
            <a:r>
              <a:rPr lang="fr-FR" dirty="0" err="1" smtClean="0"/>
              <a:t>political</a:t>
            </a:r>
            <a:r>
              <a:rPr lang="fr-FR" dirty="0" smtClean="0"/>
              <a:t> science, 1 engineering, 0 </a:t>
            </a:r>
            <a:r>
              <a:rPr lang="fr-FR" dirty="0" err="1" smtClean="0"/>
              <a:t>sociology</a:t>
            </a:r>
            <a:endParaRPr lang="fr-FR" dirty="0" smtClean="0"/>
          </a:p>
          <a:p>
            <a:r>
              <a:rPr lang="fr-FR" dirty="0" smtClean="0"/>
              <a:t>20 </a:t>
            </a:r>
            <a:r>
              <a:rPr lang="fr-FR" dirty="0" err="1" smtClean="0"/>
              <a:t>empirical</a:t>
            </a:r>
            <a:r>
              <a:rPr lang="fr-FR" dirty="0" smtClean="0"/>
              <a:t>, 14 </a:t>
            </a:r>
            <a:r>
              <a:rPr lang="fr-FR" dirty="0" err="1" smtClean="0"/>
              <a:t>theoretical</a:t>
            </a:r>
            <a:r>
              <a:rPr lang="fr-FR" dirty="0" smtClean="0"/>
              <a:t>, 3 </a:t>
            </a:r>
            <a:r>
              <a:rPr lang="fr-FR" dirty="0" err="1" smtClean="0"/>
              <a:t>modelling</a:t>
            </a:r>
            <a:endParaRPr lang="fr-FR" dirty="0" smtClean="0"/>
          </a:p>
          <a:p>
            <a:r>
              <a:rPr lang="fr-FR" dirty="0" smtClean="0"/>
              <a:t>16 </a:t>
            </a:r>
            <a:r>
              <a:rPr lang="fr-FR" dirty="0" err="1" smtClean="0"/>
              <a:t>climate</a:t>
            </a:r>
            <a:r>
              <a:rPr lang="fr-FR" dirty="0" smtClean="0"/>
              <a:t>, </a:t>
            </a:r>
            <a:r>
              <a:rPr lang="fr-FR" dirty="0" smtClean="0"/>
              <a:t>7 </a:t>
            </a:r>
            <a:r>
              <a:rPr lang="fr-FR" dirty="0" err="1" smtClean="0"/>
              <a:t>energy</a:t>
            </a:r>
            <a:r>
              <a:rPr lang="fr-FR" dirty="0" smtClean="0"/>
              <a:t>/transition, </a:t>
            </a:r>
            <a:r>
              <a:rPr lang="fr-FR" dirty="0" smtClean="0"/>
              <a:t>5 agriculture/land-use, 4 </a:t>
            </a:r>
            <a:r>
              <a:rPr lang="fr-FR" dirty="0" err="1" smtClean="0"/>
              <a:t>development</a:t>
            </a:r>
            <a:r>
              <a:rPr lang="fr-FR" dirty="0" smtClean="0"/>
              <a:t>, 2 </a:t>
            </a:r>
            <a:r>
              <a:rPr lang="fr-FR" dirty="0" err="1" smtClean="0"/>
              <a:t>biodiversity</a:t>
            </a:r>
            <a:r>
              <a:rPr lang="fr-FR" dirty="0" smtClean="0"/>
              <a:t>/</a:t>
            </a:r>
            <a:r>
              <a:rPr lang="fr-FR" dirty="0" err="1" smtClean="0"/>
              <a:t>animals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0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9451"/>
          </a:xfrm>
        </p:spPr>
        <p:txBody>
          <a:bodyPr/>
          <a:lstStyle/>
          <a:p>
            <a:pPr algn="ctr"/>
            <a:r>
              <a:rPr lang="fr-FR" b="1" dirty="0" smtClean="0"/>
              <a:t>Questions to </a:t>
            </a:r>
            <a:r>
              <a:rPr lang="fr-FR" b="1" dirty="0" err="1" smtClean="0"/>
              <a:t>improve</a:t>
            </a:r>
            <a:r>
              <a:rPr lang="fr-FR" b="1" dirty="0" smtClean="0"/>
              <a:t> the </a:t>
            </a:r>
            <a:r>
              <a:rPr lang="fr-FR" b="1" dirty="0" err="1" smtClean="0"/>
              <a:t>seminar</a:t>
            </a:r>
            <a:endParaRPr lang="en-US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2684477" y="2030136"/>
            <a:ext cx="101506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duration?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</p:txBody>
      </p:sp>
    </p:spTree>
    <p:extLst>
      <p:ext uri="{BB962C8B-B14F-4D97-AF65-F5344CB8AC3E}">
        <p14:creationId xmlns:p14="http://schemas.microsoft.com/office/powerpoint/2010/main" val="237332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9451"/>
          </a:xfrm>
        </p:spPr>
        <p:txBody>
          <a:bodyPr/>
          <a:lstStyle/>
          <a:p>
            <a:pPr algn="ctr"/>
            <a:r>
              <a:rPr lang="fr-FR" b="1" dirty="0" smtClean="0"/>
              <a:t>Questions to </a:t>
            </a:r>
            <a:r>
              <a:rPr lang="fr-FR" b="1" dirty="0" err="1" smtClean="0"/>
              <a:t>improve</a:t>
            </a:r>
            <a:r>
              <a:rPr lang="fr-FR" b="1" dirty="0" smtClean="0"/>
              <a:t> the </a:t>
            </a:r>
            <a:r>
              <a:rPr lang="fr-FR" b="1" dirty="0" err="1" smtClean="0"/>
              <a:t>seminar</a:t>
            </a:r>
            <a:endParaRPr lang="en-US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2684477" y="2030136"/>
            <a:ext cx="1015067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duration?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room?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</p:txBody>
      </p:sp>
    </p:spTree>
    <p:extLst>
      <p:ext uri="{BB962C8B-B14F-4D97-AF65-F5344CB8AC3E}">
        <p14:creationId xmlns:p14="http://schemas.microsoft.com/office/powerpoint/2010/main" val="121897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9451"/>
          </a:xfrm>
        </p:spPr>
        <p:txBody>
          <a:bodyPr/>
          <a:lstStyle/>
          <a:p>
            <a:pPr algn="ctr"/>
            <a:r>
              <a:rPr lang="fr-FR" b="1" dirty="0" smtClean="0"/>
              <a:t>Questions to </a:t>
            </a:r>
            <a:r>
              <a:rPr lang="fr-FR" b="1" dirty="0" err="1" smtClean="0"/>
              <a:t>improve</a:t>
            </a:r>
            <a:r>
              <a:rPr lang="fr-FR" b="1" dirty="0" smtClean="0"/>
              <a:t> the </a:t>
            </a:r>
            <a:r>
              <a:rPr lang="fr-FR" b="1" dirty="0" err="1" smtClean="0"/>
              <a:t>seminar</a:t>
            </a:r>
            <a:endParaRPr lang="en-US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2684477" y="2030136"/>
            <a:ext cx="101506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duration?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room?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Q&amp;A session?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Any</a:t>
            </a:r>
            <a:r>
              <a:rPr lang="fr-FR" sz="3200" dirty="0" smtClean="0"/>
              <a:t> </a:t>
            </a:r>
            <a:r>
              <a:rPr lang="fr-FR" sz="3200" dirty="0" err="1" smtClean="0"/>
              <a:t>other</a:t>
            </a:r>
            <a:r>
              <a:rPr lang="fr-FR" sz="3200" dirty="0" smtClean="0"/>
              <a:t> suggestions?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7309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9451"/>
          </a:xfrm>
        </p:spPr>
        <p:txBody>
          <a:bodyPr/>
          <a:lstStyle/>
          <a:p>
            <a:pPr algn="ctr"/>
            <a:r>
              <a:rPr lang="fr-FR" b="1" dirty="0" smtClean="0"/>
              <a:t>Questions to </a:t>
            </a:r>
            <a:r>
              <a:rPr lang="fr-FR" b="1" dirty="0" err="1" smtClean="0"/>
              <a:t>improve</a:t>
            </a:r>
            <a:r>
              <a:rPr lang="fr-FR" b="1" dirty="0" smtClean="0"/>
              <a:t> the </a:t>
            </a:r>
            <a:r>
              <a:rPr lang="fr-FR" b="1" dirty="0" err="1" smtClean="0"/>
              <a:t>seminar</a:t>
            </a:r>
            <a:endParaRPr lang="en-US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2684477" y="2030136"/>
            <a:ext cx="101506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duration?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room?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Q&amp;A session?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</p:txBody>
      </p:sp>
    </p:spTree>
    <p:extLst>
      <p:ext uri="{BB962C8B-B14F-4D97-AF65-F5344CB8AC3E}">
        <p14:creationId xmlns:p14="http://schemas.microsoft.com/office/powerpoint/2010/main" val="217638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9451"/>
          </a:xfrm>
        </p:spPr>
        <p:txBody>
          <a:bodyPr/>
          <a:lstStyle/>
          <a:p>
            <a:pPr algn="ctr"/>
            <a:r>
              <a:rPr lang="fr-FR" b="1" dirty="0" smtClean="0"/>
              <a:t>Questions to </a:t>
            </a:r>
            <a:r>
              <a:rPr lang="fr-FR" b="1" dirty="0" err="1" smtClean="0"/>
              <a:t>improve</a:t>
            </a:r>
            <a:r>
              <a:rPr lang="fr-FR" b="1" dirty="0" smtClean="0"/>
              <a:t> the </a:t>
            </a:r>
            <a:r>
              <a:rPr lang="fr-FR" b="1" dirty="0" err="1" smtClean="0"/>
              <a:t>seminar</a:t>
            </a:r>
            <a:endParaRPr lang="en-US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2684477" y="2030136"/>
            <a:ext cx="101506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duration?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room?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What</a:t>
            </a:r>
            <a:r>
              <a:rPr lang="fr-FR" sz="3200" dirty="0" smtClean="0"/>
              <a:t> do </a:t>
            </a:r>
            <a:r>
              <a:rPr lang="fr-FR" sz="3200" dirty="0" err="1" smtClean="0"/>
              <a:t>you</a:t>
            </a:r>
            <a:r>
              <a:rPr lang="fr-FR" sz="3200" dirty="0" smtClean="0"/>
              <a:t> </a:t>
            </a:r>
            <a:r>
              <a:rPr lang="fr-FR" sz="3200" dirty="0" err="1" smtClean="0"/>
              <a:t>think</a:t>
            </a:r>
            <a:r>
              <a:rPr lang="fr-FR" sz="3200" dirty="0" smtClean="0"/>
              <a:t> of the Q&amp;A session?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 err="1" smtClean="0"/>
              <a:t>Any</a:t>
            </a:r>
            <a:r>
              <a:rPr lang="fr-FR" sz="3200" dirty="0" smtClean="0"/>
              <a:t> </a:t>
            </a:r>
            <a:r>
              <a:rPr lang="fr-FR" sz="3200" dirty="0" err="1" smtClean="0"/>
              <a:t>other</a:t>
            </a:r>
            <a:r>
              <a:rPr lang="fr-FR" sz="3200" dirty="0" smtClean="0"/>
              <a:t> suggestions?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371952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Grand écran</PresentationFormat>
  <Paragraphs>38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Séminaire du CIRED  Bilan, impressions, suggestions</vt:lpstr>
      <vt:lpstr>Stats du millésime 2025-2026</vt:lpstr>
      <vt:lpstr>Questions to improve the seminar</vt:lpstr>
      <vt:lpstr>Questions to improve the seminar</vt:lpstr>
      <vt:lpstr>Questions to improve the seminar</vt:lpstr>
      <vt:lpstr>Questions to improve the seminar</vt:lpstr>
      <vt:lpstr>Questions to improve the seminar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Séminaire du CIRED  Bilan, impressions, suggestions</dc:title>
  <dc:creator>fabre</dc:creator>
  <cp:lastModifiedBy>fabre</cp:lastModifiedBy>
  <cp:revision>6</cp:revision>
  <dcterms:created xsi:type="dcterms:W3CDTF">2026-05-27T16:26:22Z</dcterms:created>
  <dcterms:modified xsi:type="dcterms:W3CDTF">2026-05-27T17:18:07Z</dcterms:modified>
</cp:coreProperties>
</file>